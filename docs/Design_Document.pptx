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Todo List Application – Design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Microservices Architecture</a:t>
            </a:r>
          </a:p>
          <a:p>
            <a:r>
              <a:t>SOLID Principles</a:t>
            </a:r>
          </a:p>
          <a:p>
            <a:r>
              <a:t>Design Patterns</a:t>
            </a:r>
          </a:p>
          <a:p>
            <a:r>
              <a:t>Non Functional Requirements</a:t>
            </a:r>
          </a:p>
          <a:p>
            <a:r>
              <a:t>Risks &amp; Mitigation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+ TypeScript (Vite)</a:t>
            </a:r>
          </a:p>
          <a:p>
            <a:r>
              <a:t>Backend: Node.js Microservices</a:t>
            </a:r>
          </a:p>
          <a:p>
            <a:r>
              <a:t>Database: MongoDB (Database per Service)</a:t>
            </a:r>
          </a:p>
          <a:p>
            <a:r>
              <a:t>API Gateway Pattern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Frontend</a:t>
            </a:r>
          </a:p>
          <a:p>
            <a:r>
              <a:t>(React + 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API Gateway</a:t>
            </a:r>
          </a:p>
          <a:p>
            <a:r>
              <a:t>(Security, Routing)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Task Service</a:t>
            </a:r>
          </a:p>
          <a:p>
            <a:r>
              <a:t>(Node.js)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MongoDB</a:t>
            </a:r>
          </a:p>
          <a:p>
            <a:r>
              <a:t>(DB per Service)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SOLID Principles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Responsibility: Controller, Service, Repository</a:t>
            </a:r>
          </a:p>
          <a:p>
            <a:r>
              <a:t>Open/Closed: Extend filtering &amp; sorting</a:t>
            </a:r>
          </a:p>
          <a:p>
            <a:r>
              <a:t>Liskov Substitution: Service abstractions</a:t>
            </a:r>
          </a:p>
          <a:p>
            <a:r>
              <a:t>Interface Segregation: Focused interfaces</a:t>
            </a:r>
          </a:p>
          <a:p>
            <a:r>
              <a:t>Dependency Inversion: Controllers depend on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Gateway Pattern</a:t>
            </a:r>
          </a:p>
          <a:p>
            <a:r>
              <a:t>Database per Service Pattern</a:t>
            </a:r>
          </a:p>
          <a:p>
            <a:r>
              <a:t>Factory Pattern (Response Builder)</a:t>
            </a:r>
          </a:p>
          <a:p>
            <a:r>
              <a:t>Circuit Breaker Pattern</a:t>
            </a:r>
          </a:p>
          <a:p>
            <a:r>
              <a:t>MVC Pattern (Frontend)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Capability Based Decomposition</a:t>
            </a:r>
          </a:p>
          <a:p>
            <a:r>
              <a:t>Task Service handles all task logic</a:t>
            </a:r>
          </a:p>
          <a:p>
            <a:r>
              <a:t>No cross-service DB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Creation Flowchart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18288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Clicks</a:t>
            </a:r>
          </a:p>
          <a:p>
            <a:r>
              <a:t>Add Task</a:t>
            </a:r>
          </a:p>
        </p:txBody>
      </p:sp>
      <p:sp>
        <p:nvSpPr>
          <p:cNvPr id="4" name="Diamond 3"/>
          <p:cNvSpPr/>
          <p:nvPr/>
        </p:nvSpPr>
        <p:spPr>
          <a:xfrm>
            <a:off x="3657600" y="1828800"/>
            <a:ext cx="2286000" cy="13716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Validate Input?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828800"/>
            <a:ext cx="2286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Save Task</a:t>
            </a:r>
          </a:p>
          <a:p>
            <a:r>
              <a:t>(Task Service)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8288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Return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 Functional Requirements –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OWASP Best Practices</a:t>
            </a:r>
          </a:p>
          <a:p>
            <a:r>
              <a:t>Helmet (Secure Headers)</a:t>
            </a:r>
          </a:p>
          <a:p>
            <a:r>
              <a:t>Rate Limiting</a:t>
            </a:r>
          </a:p>
          <a:p>
            <a:r>
              <a:t>Input Validation</a:t>
            </a:r>
          </a:p>
          <a:p>
            <a:r>
              <a:t>NoSQL Injection Prevention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Database-side pagination &amp; sorting</a:t>
            </a:r>
          </a:p>
          <a:p>
            <a:r>
              <a:t>Stateless backend services</a:t>
            </a:r>
          </a:p>
          <a:p>
            <a:r>
              <a:t>Horizontal scaling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Availability &amp;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Circuit Breaker Pattern</a:t>
            </a:r>
          </a:p>
          <a:p>
            <a:r>
              <a:t>Graceful error handling</a:t>
            </a:r>
          </a:p>
          <a:p>
            <a:r>
              <a:t>Retry strategies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DB Failure → Circuit Breaker &amp; Retry</a:t>
            </a:r>
          </a:p>
          <a:p>
            <a:r>
              <a:t>High Traffic → Rate Limiting</a:t>
            </a:r>
          </a:p>
          <a:p>
            <a:r>
              <a:t>Security Threats → OWASP Compliance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SOLID-driven, scalable microservices architecture</a:t>
            </a:r>
          </a:p>
          <a:p>
            <a:r>
              <a:t>Secure, resilient &amp; performance optimized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