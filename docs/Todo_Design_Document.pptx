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Todo List Application – Design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</a:t>
            </a:r>
          </a:p>
          <a:p>
            <a:r>
              <a:t>SOLID Principles</a:t>
            </a:r>
          </a:p>
          <a:p>
            <a:r>
              <a:t>Design Patterns</a:t>
            </a:r>
          </a:p>
          <a:p>
            <a:r>
              <a:t>Non Functional Requirements</a:t>
            </a:r>
          </a:p>
          <a:p>
            <a:r>
              <a:t>Risks &amp; Mitigation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 + TypeScript (Vite)</a:t>
            </a:r>
          </a:p>
          <a:p>
            <a:r>
              <a:rPr dirty="0"/>
              <a:t>Backend: Node</a:t>
            </a:r>
            <a:r>
              <a:rPr lang="en-US" dirty="0"/>
              <a:t> Express JS</a:t>
            </a:r>
            <a:r>
              <a:rPr dirty="0"/>
              <a:t> Microservices</a:t>
            </a:r>
          </a:p>
          <a:p>
            <a:r>
              <a:rPr dirty="0"/>
              <a:t>Database: MongoDB</a:t>
            </a:r>
            <a:endParaRPr lang="en-US" dirty="0"/>
          </a:p>
          <a:p>
            <a:r>
              <a:rPr dirty="0"/>
              <a:t>API Gateway Pattern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Todo Application – Architecture Flow</a:t>
            </a:r>
            <a:endParaRPr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205FCA-8D11-59F5-CE57-28265E77D7B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3ACF2C1D-32B1-2B64-AD54-BE6427702472}"/>
              </a:ext>
            </a:extLst>
          </p:cNvPr>
          <p:cNvSpPr/>
          <p:nvPr/>
        </p:nvSpPr>
        <p:spPr>
          <a:xfrm>
            <a:off x="762000" y="1633379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Frontend</a:t>
            </a:r>
          </a:p>
          <a:p>
            <a:r>
              <a:rPr dirty="0"/>
              <a:t>(React + TypeScript)</a:t>
            </a:r>
          </a:p>
          <a:p>
            <a:r>
              <a:rPr dirty="0"/>
              <a:t>UI / Hooks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ED1CCA95-9204-4525-887C-D14045DEB1E3}"/>
              </a:ext>
            </a:extLst>
          </p:cNvPr>
          <p:cNvSpPr/>
          <p:nvPr/>
        </p:nvSpPr>
        <p:spPr>
          <a:xfrm>
            <a:off x="548640" y="3077208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</a:t>
            </a:r>
            <a:r>
              <a:rPr dirty="0"/>
              <a:t>API Gateway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23C97DA6-CA42-CD28-D18D-E5AB209D2F73}"/>
              </a:ext>
            </a:extLst>
          </p:cNvPr>
          <p:cNvSpPr/>
          <p:nvPr/>
        </p:nvSpPr>
        <p:spPr>
          <a:xfrm>
            <a:off x="4480562" y="3077208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Task Service</a:t>
            </a:r>
          </a:p>
          <a:p>
            <a:r>
              <a:rPr dirty="0"/>
              <a:t>(Node.js / Express)</a:t>
            </a:r>
          </a:p>
          <a:p>
            <a:r>
              <a:rPr dirty="0"/>
              <a:t>Controller → Service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EA5D9C33-91FE-9420-70B4-800685E9A5DF}"/>
              </a:ext>
            </a:extLst>
          </p:cNvPr>
          <p:cNvSpPr/>
          <p:nvPr/>
        </p:nvSpPr>
        <p:spPr>
          <a:xfrm>
            <a:off x="4480562" y="4546282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</a:t>
            </a:r>
            <a:r>
              <a:rPr dirty="0"/>
              <a:t>MongoDB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C60A18-92DF-0447-59E3-952CC934E764}"/>
              </a:ext>
            </a:extLst>
          </p:cNvPr>
          <p:cNvCxnSpPr/>
          <p:nvPr/>
        </p:nvCxnSpPr>
        <p:spPr>
          <a:xfrm>
            <a:off x="1463040" y="2631440"/>
            <a:ext cx="0" cy="411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ACABEC-F208-61BB-50FC-0020605669B3}"/>
              </a:ext>
            </a:extLst>
          </p:cNvPr>
          <p:cNvCxnSpPr/>
          <p:nvPr/>
        </p:nvCxnSpPr>
        <p:spPr>
          <a:xfrm flipV="1">
            <a:off x="2357120" y="2631440"/>
            <a:ext cx="0" cy="411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F157DC-0DFC-E2DA-16FC-FBABF13E40E1}"/>
              </a:ext>
            </a:extLst>
          </p:cNvPr>
          <p:cNvCxnSpPr/>
          <p:nvPr/>
        </p:nvCxnSpPr>
        <p:spPr>
          <a:xfrm>
            <a:off x="5201920" y="3991608"/>
            <a:ext cx="0" cy="487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EF0C5D-700A-011B-9977-83D89D9AF1B3}"/>
              </a:ext>
            </a:extLst>
          </p:cNvPr>
          <p:cNvCxnSpPr/>
          <p:nvPr/>
        </p:nvCxnSpPr>
        <p:spPr>
          <a:xfrm flipV="1">
            <a:off x="6766560" y="3991608"/>
            <a:ext cx="0" cy="487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14C20E-FEE6-11C1-B778-9EBCFDBCB4B6}"/>
              </a:ext>
            </a:extLst>
          </p:cNvPr>
          <p:cNvCxnSpPr/>
          <p:nvPr/>
        </p:nvCxnSpPr>
        <p:spPr>
          <a:xfrm>
            <a:off x="3393440" y="3230880"/>
            <a:ext cx="1087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6C8C27-6408-4499-6B84-1DC469DC8F98}"/>
              </a:ext>
            </a:extLst>
          </p:cNvPr>
          <p:cNvCxnSpPr/>
          <p:nvPr/>
        </p:nvCxnSpPr>
        <p:spPr>
          <a:xfrm flipH="1">
            <a:off x="3291840" y="3810000"/>
            <a:ext cx="1087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SOLID Principles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Single Responsibility: Controller, Service, Repository</a:t>
            </a:r>
          </a:p>
          <a:p>
            <a:r>
              <a:rPr dirty="0"/>
              <a:t>Open/Closed: Extend filtering &amp; sorting</a:t>
            </a:r>
          </a:p>
          <a:p>
            <a:r>
              <a:rPr dirty="0"/>
              <a:t>Interface Segregation: Focused interfaces</a:t>
            </a:r>
          </a:p>
          <a:p>
            <a:r>
              <a:rPr dirty="0"/>
              <a:t>Dependency Inversion: Controllers depend on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API Gateway Pattern</a:t>
            </a:r>
          </a:p>
          <a:p>
            <a:r>
              <a:rPr dirty="0"/>
              <a:t>Database per Service Pattern</a:t>
            </a:r>
          </a:p>
          <a:p>
            <a:r>
              <a:rPr dirty="0"/>
              <a:t>Circuit Breaker Pattern</a:t>
            </a:r>
          </a:p>
          <a:p>
            <a:r>
              <a:rPr dirty="0"/>
              <a:t>MVC Pattern (Frontend)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Capability Based Decomposition</a:t>
            </a:r>
          </a:p>
          <a:p>
            <a:r>
              <a:t>Task Service handles all task logic</a:t>
            </a:r>
          </a:p>
          <a:p>
            <a:r>
              <a:t>No cross-service DB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Creation Flowchart</a:t>
            </a:r>
          </a:p>
        </p:txBody>
      </p:sp>
      <p:sp>
        <p:nvSpPr>
          <p:cNvPr id="3" name="Oval 2"/>
          <p:cNvSpPr/>
          <p:nvPr/>
        </p:nvSpPr>
        <p:spPr>
          <a:xfrm>
            <a:off x="685801" y="1859281"/>
            <a:ext cx="2285999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 Clicks</a:t>
            </a:r>
            <a:r>
              <a:rPr lang="en-US" dirty="0"/>
              <a:t> </a:t>
            </a:r>
            <a:r>
              <a:rPr dirty="0"/>
              <a:t>Add Task</a:t>
            </a:r>
            <a:r>
              <a:rPr lang="en-US" dirty="0"/>
              <a:t> button</a:t>
            </a:r>
          </a:p>
        </p:txBody>
      </p:sp>
      <p:sp>
        <p:nvSpPr>
          <p:cNvPr id="4" name="Diamond 3"/>
          <p:cNvSpPr/>
          <p:nvPr/>
        </p:nvSpPr>
        <p:spPr>
          <a:xfrm>
            <a:off x="685800" y="3322320"/>
            <a:ext cx="2286000" cy="13716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Validate Input?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4640" y="345948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Save Task</a:t>
            </a:r>
          </a:p>
          <a:p>
            <a:r>
              <a:t>(Task Service)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4640" y="524256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Return 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8EF9EE-1DEB-F122-F221-5B442E118F9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 flipH="1">
            <a:off x="1828800" y="2773681"/>
            <a:ext cx="1" cy="548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8A8B6C-48F6-3088-49B7-8D60933317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71800" y="4008120"/>
            <a:ext cx="1132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76D59B-F110-7D47-9658-310297F96F8A}"/>
              </a:ext>
            </a:extLst>
          </p:cNvPr>
          <p:cNvCxnSpPr>
            <a:stCxn id="5" idx="2"/>
          </p:cNvCxnSpPr>
          <p:nvPr/>
        </p:nvCxnSpPr>
        <p:spPr>
          <a:xfrm>
            <a:off x="5247640" y="4556760"/>
            <a:ext cx="0" cy="817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CBAD7FB-DE4C-60F7-F525-7C683C34086E}"/>
              </a:ext>
            </a:extLst>
          </p:cNvPr>
          <p:cNvSpPr/>
          <p:nvPr/>
        </p:nvSpPr>
        <p:spPr>
          <a:xfrm>
            <a:off x="4104639" y="1798478"/>
            <a:ext cx="2296157" cy="109727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User Fills Add Task form</a:t>
            </a:r>
            <a:endParaRPr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7203A3-386E-9080-9401-FADDE6A7DAB7}"/>
              </a:ext>
            </a:extLst>
          </p:cNvPr>
          <p:cNvCxnSpPr>
            <a:stCxn id="15" idx="2"/>
            <a:endCxn id="3" idx="6"/>
          </p:cNvCxnSpPr>
          <p:nvPr/>
        </p:nvCxnSpPr>
        <p:spPr>
          <a:xfrm flipH="1" flipV="1">
            <a:off x="2971800" y="2316481"/>
            <a:ext cx="1132839" cy="30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Non Functional Requirements –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OWASP Best Practices</a:t>
            </a:r>
          </a:p>
          <a:p>
            <a:r>
              <a:t>Helmet (Secure Headers)</a:t>
            </a:r>
          </a:p>
          <a:p>
            <a:r>
              <a:t>Rate Limiting</a:t>
            </a:r>
          </a:p>
          <a:p>
            <a:r>
              <a:t>Input Validation</a:t>
            </a:r>
          </a:p>
          <a:p>
            <a:r>
              <a:t>NoSQL Injection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Database-side pagination &amp; sorting</a:t>
            </a:r>
          </a:p>
          <a:p>
            <a:r>
              <a:rPr dirty="0"/>
              <a:t>Stateless backend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Circuit Breaker Pattern</a:t>
            </a:r>
          </a:p>
          <a:p>
            <a:r>
              <a:rPr dirty="0"/>
              <a:t>Graceful error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Traffic → Rate Limiting</a:t>
            </a:r>
          </a:p>
          <a:p>
            <a:r>
              <a:rPr dirty="0"/>
              <a:t>Security Threats → OWASP Compliance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SOLID-driven, scalable microservices architecture</a:t>
            </a:r>
          </a:p>
          <a:p>
            <a:r>
              <a:t>Secure, resilient &amp; performance optimized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225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Todo List Application – Design Document</vt:lpstr>
      <vt:lpstr>System Overview</vt:lpstr>
      <vt:lpstr>Todo Application – Architecture Flow</vt:lpstr>
      <vt:lpstr>SOLID Principles Applied</vt:lpstr>
      <vt:lpstr>Design Patterns Used</vt:lpstr>
      <vt:lpstr>Microservice Decomposition</vt:lpstr>
      <vt:lpstr>Task Creation Flowchart</vt:lpstr>
      <vt:lpstr>Non Functional Requirements – Security</vt:lpstr>
      <vt:lpstr>Performance &amp; Scalability</vt:lpstr>
      <vt:lpstr>Availability &amp; Resilience</vt:lpstr>
      <vt:lpstr>Risks &amp; Mitigation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 Mathan</dc:creator>
  <cp:keywords/>
  <dc:description>generated using python-pptx</dc:description>
  <cp:lastModifiedBy>Manoj Mathan</cp:lastModifiedBy>
  <cp:revision>12</cp:revision>
  <dcterms:created xsi:type="dcterms:W3CDTF">2013-01-27T09:14:16Z</dcterms:created>
  <dcterms:modified xsi:type="dcterms:W3CDTF">2025-12-26T05:36:46Z</dcterms:modified>
  <cp:category/>
</cp:coreProperties>
</file>